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D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505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img/q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554480" cy="68854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9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TECNOLOGIA DA INFORMAÇÃO E COMUNICAÇÃO</a:t>
            </a:r>
            <a:endParaRPr lang="en-US" sz="1200" dirty="0">
              <a:solidFill>
                <a:srgbClr val="19D3A5"/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57200" y="20116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9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Voxa</a:t>
            </a:r>
            <a:endParaRPr lang="en-US" sz="7200" dirty="0">
              <a:solidFill>
                <a:srgbClr val="19D3A5"/>
              </a:solidFill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Aumentativa e Alternativa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114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Desenvolvimento de Sistemas · IFSP Bragança Paulista · 5º período</a:t>
            </a:r>
            <a:endParaRPr lang="en-US" sz="13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77051DA-5CAE-F03E-B781-88DFDC64C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636" y="1688123"/>
            <a:ext cx="2750878" cy="2862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 CAA?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Aumentativa e Alternativa reúne recursos, estratégias e técnicas que melhoram e permitem a comunicação de pessoas com dificuldade de fala e linguagem.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520440" y="1417320"/>
            <a:ext cx="384048" cy="384048"/>
          </a:xfrm>
          <a:prstGeom prst="ellipse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35204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Aumentativa ou alternativa?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0604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Aumentativa: complementa a fala que a pessoa já tem.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substitui a fala quando ela não é possível.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355080" y="1417320"/>
            <a:ext cx="384048" cy="384048"/>
          </a:xfrm>
          <a:prstGeom prst="ellipse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355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60604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autonomia e qualidade de vida: a pessoa expressa necessidades, desejos e sentimentos com símbolos, imagens e voz.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CAA é utilizada: a prancha física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aponta para símbolos organizados em uma prancha, muitas vezes com a mediação de terapeuta, fonoaudiólogo ou cuidador, e monta frases combinando os cartões.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3777" y="1600200"/>
            <a:ext cx="3518767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img/p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97" y="1645920"/>
            <a:ext cx="3427327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81684" y="1600200"/>
            <a:ext cx="3678313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img/q-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404" y="1645920"/>
            <a:ext cx="3586873" cy="2286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023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Imagem: Civiam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754880" y="4023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Imagem: Instituto Lagarta vira Pupa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da prancha física: </a:t>
            </a: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editar, transportar e adaptar a cada contexto, o que motiva o Voxa.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93776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669280" y="1188720"/>
            <a:ext cx="3017520" cy="3383280"/>
          </a:xfrm>
          <a:prstGeom prst="roundRect">
            <a:avLst>
              <a:gd name="adj" fmla="val 4545"/>
            </a:avLst>
          </a:prstGeom>
          <a:solidFill>
            <a:srgbClr val="DDF3EA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com dificuldade de fala e comunicação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e transtornos do desenvolvimento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Transtornos de linguagem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neurológicas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Síndromes genéticas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Lesões cerebrais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acompanha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20116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Cuidadores e pais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da saúde: terapeutas e fonoaudiólogos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3657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Configuram pranchas e cartões pelo controle parental.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Voxa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móvel que leva a prancha de CAA para o celular e o tablet, com cartões e pranchas editáveis para cada indivíduo.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84632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577840" y="1600200"/>
            <a:ext cx="3108960" cy="3017520"/>
          </a:xfrm>
          <a:prstGeom prst="roundRect">
            <a:avLst>
              <a:gd name="adj" fmla="val 4545"/>
            </a:avLst>
          </a:prstGeom>
          <a:solidFill>
            <a:srgbClr val="DDF3EA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pranchas para diferentes contextos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com texto, imagem e voz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múltiplos por usuário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restrita a responsáveis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de modo de emergência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na nuvem e uso offline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é feito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1945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(Dart) e arquitetura MVC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 SQLite para </a:t>
            </a:r>
            <a:r>
              <a:rPr lang="en-US" sz="1400" dirty="0" err="1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</a:t>
            </a: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Banco de Dados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 err="1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</a:t>
            </a:r>
            <a:r>
              <a:rPr lang="en-US" sz="14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LGPD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inicial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474720" cy="3383280"/>
          </a:xfrm>
          <a:prstGeom prst="roundRect">
            <a:avLst>
              <a:gd name="adj" fmla="val 4054"/>
            </a:avLst>
          </a:prstGeom>
          <a:solidFill>
            <a:srgbClr val="0D3D3D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9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prontas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324612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28600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31520" y="3794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Prancha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379476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2286000" y="3794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06240" y="1188720"/>
            <a:ext cx="4480560" cy="1042416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443484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16184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 requisitos · Design e prototipação · Estruturação do banco de dados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06240" y="2359152"/>
            <a:ext cx="4480560" cy="1042416"/>
          </a:xfrm>
          <a:prstGeom prst="roundRect">
            <a:avLst>
              <a:gd name="adj" fmla="val 13158"/>
            </a:avLst>
          </a:prstGeom>
          <a:solidFill>
            <a:srgbClr val="FFF1D6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4434840" y="24505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2788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Front-End, seguido de testes de integração e Back-End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6240" y="3529584"/>
            <a:ext cx="4480560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4434840" y="36210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39593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 18 de novembro de 2026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Telas: login e cadastro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2885" y="1051560"/>
            <a:ext cx="1534549" cy="3154680"/>
          </a:xfrm>
          <a:prstGeom prst="roundRect">
            <a:avLst>
              <a:gd name="adj" fmla="val 5959"/>
            </a:avLst>
          </a:prstGeom>
          <a:solidFill>
            <a:srgbClr val="FFFFFF"/>
          </a:solidFill>
          <a:ln w="12700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" name="Image 0" descr="/mnt/user-data/uploads/179061940790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05" y="1097280"/>
            <a:ext cx="1443109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66525" y="1051560"/>
            <a:ext cx="1501991" cy="3154680"/>
          </a:xfrm>
          <a:prstGeom prst="roundRect">
            <a:avLst>
              <a:gd name="adj" fmla="val 6088"/>
            </a:avLst>
          </a:prstGeom>
          <a:solidFill>
            <a:srgbClr val="FFFFFF"/>
          </a:solidFill>
          <a:ln w="12700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1" descr="/mnt/user-data/uploads/1790619414323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245" y="1097280"/>
            <a:ext cx="1410551" cy="3063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343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 err="1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</a:t>
            </a:r>
            <a:r>
              <a:rPr lang="en-US" sz="10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Autoria própria com base em wireframes disponibilizados em aula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389120" y="1188720"/>
            <a:ext cx="429768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5"/>
          <p:cNvSpPr/>
          <p:nvPr/>
        </p:nvSpPr>
        <p:spPr>
          <a:xfrm>
            <a:off x="4389120" y="2926080"/>
            <a:ext cx="4297680" cy="1554480"/>
          </a:xfrm>
          <a:prstGeom prst="roundRect">
            <a:avLst>
              <a:gd name="adj" fmla="val 8824"/>
            </a:avLst>
          </a:prstGeom>
          <a:solidFill>
            <a:srgbClr val="DDF3EA"/>
          </a:solidFill>
          <a:ln w="9525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46177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617720" y="1645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e senha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senha e acesso por Facebook ou Google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 para criar conta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383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e-mail, telefone e data de nascimento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com confirmação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dos termos de uso e privacidade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Telas: prancha de comunicação e perfil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084881"/>
            <a:ext cx="5029200" cy="2402237"/>
          </a:xfrm>
          <a:prstGeom prst="roundRect">
            <a:avLst>
              <a:gd name="adj" fmla="val 3806"/>
            </a:avLst>
          </a:prstGeom>
          <a:solidFill>
            <a:srgbClr val="FFFFFF"/>
          </a:solidFill>
          <a:ln w="12700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" name="Image 0" descr="/mnt/user-data/uploads/179061943011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30601"/>
            <a:ext cx="4937760" cy="231079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11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Prancha: toque nos cartões para formar a frase, reproduzir a voz e apagar. As categorias ficam na parte inferior.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15000" y="1063359"/>
            <a:ext cx="1463040" cy="3085363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F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user-data/uploads/1790619436280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109079"/>
            <a:ext cx="1371600" cy="299392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269480" y="1188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269480" y="1600200"/>
            <a:ext cx="1463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perfil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de perfil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cartões e tabelas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favoritos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</a:t>
            </a:r>
            <a:r>
              <a:rPr lang="en-US" sz="11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Autoria própria com base em wireframes disponibilizados em aula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</a:t>
            </a:r>
            <a:endParaRPr lang="en-US" sz="5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9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Obrigada!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Mariane Fátima Silva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Thaina de Souza Pereira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IFSP Bragança Paulista · github.com/Thainasp/voxa-caa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486</Words>
  <Application>Microsoft Office PowerPoint</Application>
  <PresentationFormat>Apresentação na tela (16:9)</PresentationFormat>
  <Paragraphs>92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Voxa – Comunicação Aumentativa e Alternativa</dc:title>
  <dc:subject>PptxGenJS Presentation</dc:subject>
  <dc:creator>PptxGenJS</dc:creator>
  <cp:lastModifiedBy>Thaina de Souza Pereira</cp:lastModifiedBy>
  <cp:revision>2</cp:revision>
  <dcterms:created xsi:type="dcterms:W3CDTF">2026-09-28T18:22:08Z</dcterms:created>
  <dcterms:modified xsi:type="dcterms:W3CDTF">2026-09-28T18:43:13Z</dcterms:modified>
</cp:coreProperties>
</file>